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be9e2c65434e8b" /><Relationship Type="http://schemas.openxmlformats.org/officeDocument/2006/relationships/extended-properties" Target="/docProps/app.xml" Id="R60cf7dd5f5504475" /><Relationship Type="http://schemas.openxmlformats.org/officeDocument/2006/relationships/officeDocument" Target="/ppt/presentation.xml" Id="R8afaf8732d0a456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ed68d3794b048ad"/>
  </p:sldMasterIdLst>
  <p:notesMasterIdLst>
    <p:notesMasterId xmlns:r="http://schemas.openxmlformats.org/officeDocument/2006/relationships" r:id="Ra0470c1547d949fc"/>
  </p:notesMasterIdLst>
  <p:sldIdLst>
    <p:sldId xmlns:r="http://schemas.openxmlformats.org/officeDocument/2006/relationships" id="256" r:id="R9ed7b3e183b34b9c"/>
    <p:sldId xmlns:r="http://schemas.openxmlformats.org/officeDocument/2006/relationships" id="257" r:id="Rd4f828b9b1fd4805"/>
    <p:sldId xmlns:r="http://schemas.openxmlformats.org/officeDocument/2006/relationships" id="258" r:id="Rb2fe68af07b74d2a"/>
    <p:sldId xmlns:r="http://schemas.openxmlformats.org/officeDocument/2006/relationships" id="259" r:id="R766ae7620616443c"/>
    <p:sldId xmlns:r="http://schemas.openxmlformats.org/officeDocument/2006/relationships" id="260" r:id="Refe6c96b0c954b28"/>
    <p:sldId xmlns:r="http://schemas.openxmlformats.org/officeDocument/2006/relationships" id="261" r:id="R48933c04b3574a1c"/>
    <p:sldId xmlns:r="http://schemas.openxmlformats.org/officeDocument/2006/relationships" id="262" r:id="R1005b72fc0204d85"/>
    <p:sldId xmlns:r="http://schemas.openxmlformats.org/officeDocument/2006/relationships" id="263" r:id="R8eeffed7ec324cb6"/>
    <p:sldId xmlns:r="http://schemas.openxmlformats.org/officeDocument/2006/relationships" id="264" r:id="Rff38c2026caf4383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a58472d05e37442d"/>
      <p:bold xmlns:r="http://schemas.openxmlformats.org/officeDocument/2006/relationships" r:id="R86bc576be7214ebb"/>
      <p:italic xmlns:r="http://schemas.openxmlformats.org/officeDocument/2006/relationships" r:id="R5207dfd12fa04f19"/>
      <p:boldItalic xmlns:r="http://schemas.openxmlformats.org/officeDocument/2006/relationships" r:id="Rb7065071fe3d4e0f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a1da284ce9458a" /><Relationship Type="http://schemas.openxmlformats.org/officeDocument/2006/relationships/slideMaster" Target="/ppt/slideMasters/slideMaster1.xml" Id="R5ed68d3794b048ad" /><Relationship Type="http://schemas.openxmlformats.org/officeDocument/2006/relationships/notesMaster" Target="/ppt/notesMasters/notesMaster1.xml" Id="Ra0470c1547d949fc" /><Relationship Type="http://schemas.openxmlformats.org/officeDocument/2006/relationships/presProps" Target="/ppt/presProps.xml" Id="Rf7fa664bf6024a74" /><Relationship Type="http://schemas.openxmlformats.org/officeDocument/2006/relationships/tableStyles" Target="/ppt/tableStyles.xml" Id="Rdb22602c51ae4d92" /><Relationship Type="http://schemas.openxmlformats.org/officeDocument/2006/relationships/font" Target="/ppt/fonts/font.dat" Id="Ra58472d05e37442d" /><Relationship Type="http://schemas.openxmlformats.org/officeDocument/2006/relationships/font" Target="/ppt/fonts/font2.dat" Id="R86bc576be7214ebb" /><Relationship Type="http://schemas.openxmlformats.org/officeDocument/2006/relationships/font" Target="/ppt/fonts/font3.dat" Id="R5207dfd12fa04f19" /><Relationship Type="http://schemas.openxmlformats.org/officeDocument/2006/relationships/font" Target="/ppt/fonts/font4.dat" Id="Rb7065071fe3d4e0f" /><Relationship Type="http://schemas.openxmlformats.org/officeDocument/2006/relationships/slide" Target="/ppt/slides/slide1.xml" Id="R9ed7b3e183b34b9c" /><Relationship Type="http://schemas.openxmlformats.org/officeDocument/2006/relationships/slide" Target="/ppt/slides/slide2.xml" Id="Rd4f828b9b1fd4805" /><Relationship Type="http://schemas.openxmlformats.org/officeDocument/2006/relationships/slide" Target="/ppt/slides/slide3.xml" Id="Rb2fe68af07b74d2a" /><Relationship Type="http://schemas.openxmlformats.org/officeDocument/2006/relationships/slide" Target="/ppt/slides/slide4.xml" Id="R766ae7620616443c" /><Relationship Type="http://schemas.openxmlformats.org/officeDocument/2006/relationships/slide" Target="/ppt/slides/slide5.xml" Id="Refe6c96b0c954b28" /><Relationship Type="http://schemas.openxmlformats.org/officeDocument/2006/relationships/slide" Target="/ppt/slides/slide6.xml" Id="R48933c04b3574a1c" /><Relationship Type="http://schemas.openxmlformats.org/officeDocument/2006/relationships/slide" Target="/ppt/slides/slide7.xml" Id="R1005b72fc0204d85" /><Relationship Type="http://schemas.openxmlformats.org/officeDocument/2006/relationships/slide" Target="/ppt/slides/slide8.xml" Id="R8eeffed7ec324cb6" /><Relationship Type="http://schemas.openxmlformats.org/officeDocument/2006/relationships/slide" Target="/ppt/slides/slide9.xml" Id="Rff38c2026caf43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0acf8ac1bc42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4b36b8a1a0420b" /><Relationship Type="http://schemas.openxmlformats.org/officeDocument/2006/relationships/notesMaster" Target="/ppt/notesMasters/notesMaster1.xml" Id="Rb0da01cdf6674e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d100c0edf045ae" /><Relationship Type="http://schemas.openxmlformats.org/officeDocument/2006/relationships/notesMaster" Target="/ppt/notesMasters/notesMaster1.xml" Id="R2b08b08f9baf4b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b24e8a4a524eff" /><Relationship Type="http://schemas.openxmlformats.org/officeDocument/2006/relationships/notesMaster" Target="/ppt/notesMasters/notesMaster1.xml" Id="R9f7ed6c8b8e041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e3f01454e64c71" /><Relationship Type="http://schemas.openxmlformats.org/officeDocument/2006/relationships/notesMaster" Target="/ppt/notesMasters/notesMaster1.xml" Id="R3b481dc2328b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ad9b2038314085" /><Relationship Type="http://schemas.openxmlformats.org/officeDocument/2006/relationships/notesMaster" Target="/ppt/notesMasters/notesMaster1.xml" Id="R124422ee44d14e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bc9aa4f0c24c3c" /><Relationship Type="http://schemas.openxmlformats.org/officeDocument/2006/relationships/notesMaster" Target="/ppt/notesMasters/notesMaster1.xml" Id="R8b668138578141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f5307a254a42ec" /><Relationship Type="http://schemas.openxmlformats.org/officeDocument/2006/relationships/notesMaster" Target="/ppt/notesMasters/notesMaster1.xml" Id="R8b44038d2bca41e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19df123dbf41a0" /><Relationship Type="http://schemas.openxmlformats.org/officeDocument/2006/relationships/notesMaster" Target="/ppt/notesMasters/notesMaster1.xml" Id="Rf8e7fbe7597b42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690db3d0c944dc" /><Relationship Type="http://schemas.openxmlformats.org/officeDocument/2006/relationships/notesMaster" Target="/ppt/notesMasters/notesMaster1.xml" Id="R7f759ec3c4734d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145f107f346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4f7519fda4b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6729f6d9a49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60c6c5f0a494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8b5292a10f40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a18940e6564b5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53f2b52fb473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d467ac04f444d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0d109c4f334ae5" /><Relationship Type="http://schemas.openxmlformats.org/officeDocument/2006/relationships/slideLayout" Target="/ppt/slideLayouts/slideLayout1.xml" Id="R34ba3475d0264394" /><Relationship Type="http://schemas.openxmlformats.org/officeDocument/2006/relationships/slideLayout" Target="/ppt/slideLayouts/slideLayout2.xml" Id="Rdf7fc706652747e5" /><Relationship Type="http://schemas.openxmlformats.org/officeDocument/2006/relationships/slideLayout" Target="/ppt/slideLayouts/slideLayout3.xml" Id="Rfc72577146904758" /><Relationship Type="http://schemas.openxmlformats.org/officeDocument/2006/relationships/slideLayout" Target="/ppt/slideLayouts/slideLayout4.xml" Id="R1c1237c264c34a81" /><Relationship Type="http://schemas.openxmlformats.org/officeDocument/2006/relationships/slideLayout" Target="/ppt/slideLayouts/slideLayout5.xml" Id="R826b522d70604f9e" /><Relationship Type="http://schemas.openxmlformats.org/officeDocument/2006/relationships/slideLayout" Target="/ppt/slideLayouts/slideLayout6.xml" Id="R2913c74cb7c241fd" /><Relationship Type="http://schemas.openxmlformats.org/officeDocument/2006/relationships/slideLayout" Target="/ppt/slideLayouts/slideLayout7.xml" Id="R7e708aa72fed478f" /><Relationship Type="http://schemas.openxmlformats.org/officeDocument/2006/relationships/slideLayout" Target="/ppt/slideLayouts/slideLayout8.xml" Id="Rf8cd2455cc5c4a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ba3475d0264394"/>
    <p:sldLayoutId xmlns:r="http://schemas.openxmlformats.org/officeDocument/2006/relationships" id="2147483650" r:id="Rdf7fc706652747e5"/>
    <p:sldLayoutId xmlns:r="http://schemas.openxmlformats.org/officeDocument/2006/relationships" id="2147483651" r:id="Rfc72577146904758"/>
    <p:sldLayoutId xmlns:r="http://schemas.openxmlformats.org/officeDocument/2006/relationships" id="2147483652" r:id="R1c1237c264c34a81"/>
    <p:sldLayoutId xmlns:r="http://schemas.openxmlformats.org/officeDocument/2006/relationships" id="2147483653" r:id="R826b522d70604f9e"/>
    <p:sldLayoutId xmlns:r="http://schemas.openxmlformats.org/officeDocument/2006/relationships" id="2147483654" r:id="R2913c74cb7c241fd"/>
    <p:sldLayoutId xmlns:r="http://schemas.openxmlformats.org/officeDocument/2006/relationships" id="2147483655" r:id="R7e708aa72fed478f"/>
    <p:sldLayoutId xmlns:r="http://schemas.openxmlformats.org/officeDocument/2006/relationships" id="2147483656" r:id="Rf8cd2455cc5c4a3c"/>
  </p:sldLayoutIdLst>
  <p:hf hdr="0" dt="0"/>
  <p:txStyles>
    <p:titleStyle>
      <a:lvl1pPr xmlns:a="http://schemas.openxmlformats.org/drawingml/2006/main" algn="l">
        <a:lnSpc>
          <a:spcPct val="90000"/>
        </a:lnSpc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1d582e3784a5c" /><Relationship Type="http://schemas.openxmlformats.org/officeDocument/2006/relationships/image" Target="/ppt/media/image.png" Id="R3ad5ea873f334f40" /><Relationship Type="http://schemas.openxmlformats.org/officeDocument/2006/relationships/notesSlide" Target="/ppt/notesSlides/notesSlide1.xml" Id="R3d1a773c22e54b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e082c25f92488b" /><Relationship Type="http://schemas.openxmlformats.org/officeDocument/2006/relationships/notesSlide" Target="/ppt/notesSlides/notesSlide2.xml" Id="Rb7bb504d164f40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8c7906476b4920" /><Relationship Type="http://schemas.openxmlformats.org/officeDocument/2006/relationships/notesSlide" Target="/ppt/notesSlides/notesSlide3.xml" Id="R0d88dcdb95d641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757b5b3dc5423f" /><Relationship Type="http://schemas.openxmlformats.org/officeDocument/2006/relationships/notesSlide" Target="/ppt/notesSlides/notesSlide4.xml" Id="R48a64f03696846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a3d01b6fd4f87" /><Relationship Type="http://schemas.openxmlformats.org/officeDocument/2006/relationships/notesSlide" Target="/ppt/notesSlides/notesSlide5.xml" Id="Rada1755aaeb54e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344f4aa6c4d45" /><Relationship Type="http://schemas.openxmlformats.org/officeDocument/2006/relationships/image" Target="/ppt/media/image2.png" Id="Ra9eb3d9a1e05466c" /><Relationship Type="http://schemas.openxmlformats.org/officeDocument/2006/relationships/notesSlide" Target="/ppt/notesSlides/notesSlide6.xml" Id="R44af8c5626a04d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a43ac2dcbd48e2" /><Relationship Type="http://schemas.openxmlformats.org/officeDocument/2006/relationships/notesSlide" Target="/ppt/notesSlides/notesSlide7.xml" Id="Raddc8ace166f4b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e3e98dc8904e9b" /><Relationship Type="http://schemas.openxmlformats.org/officeDocument/2006/relationships/notesSlide" Target="/ppt/notesSlides/notesSlide8.xml" Id="R8babe098dc7446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2e9e128334066" /><Relationship Type="http://schemas.openxmlformats.org/officeDocument/2006/relationships/notesSlide" Target="/ppt/notesSlides/notesSlide9.xml" Id="Raa3b99ca695440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PetitBakery</a:t>
            </a:r>
          </a:p>
          <a:p xmlns:a="http://schemas.openxmlformats.org/drawingml/2006/main">
            <a:r>
              <a:rPr sz="6200"/>
              <a:t>Student Guide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r>
              <a:rPr sz="1800"/>
              <a:t>Build it. Trace it. Ship it.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A hands-on bakery storefront lesson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d5ea873f334f40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What you will build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A small-batch bakery storefront with a real browser-to-database journey.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0A2AFC4-3833-13C1-E2BC-5608F810A1BF}" type="slidenum">
              <a:t>01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The finished app is your reference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You will rebuild PetitBakery in four milestones. Change the UI first, then follow the request into Hono and D1, then prepare the same app for Cloudflare.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Every click has a home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Frontend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HTML, CSS and JavaScript render the bakery and keep the cart in localStorage.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Worker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Hono validates requests, protects auth, and recalculates checkout totals.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D1 + Pages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D1 stores products, users and orders. Pages serves frontend/.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Start the same way every time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1. Install Node 20+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2. Run npm install in backend/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3. Run npm run check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4. Run npm run start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5. Open localhost:8788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The startup script creates a local-only .dev.vars file, applies D1 migrations, starts the Worker on 8787, and serves Pages files on 8788. If a check fails, read its message before changing code.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5370F4AC-E6D1-01EE-6732-05F7C8E78B55}" type="slidenum">
              <a:t>05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Milestone 1 makes the page feel real</a:t>
            </a:r>
          </a:p>
        </p:txBody>
      </p:sp>
      <p:sp>
        <p:nvSpPr>
          <p:cNvPr id="5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Build the semantic shell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Header, hero, categories, offer band and FAQ.</a:t>
            </a:r>
          </a:p>
        </p:txBody>
      </p:sp>
      <p:sp>
        <p:nvSpPr>
          <p:cNvPr id="6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Use the visual reference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Warm cream, apricot panels, chunky display type and bakery photography.</a:t>
            </a:r>
          </a:p>
        </p:txBody>
      </p:sp>
      <p:sp>
        <p:nvSpPr>
          <p:cNvPr id="7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Run npm run check:stage1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Helvetica Neue"/>
                <a:ea typeface="Helvetica Neue"/>
                <a:cs typeface="Helvetica Neue"/>
              </a:rPr>
              <a:t>A pass means the storefront contract is present and ready for the next lesson.</a:t>
            </a:r>
          </a:p>
        </p:txBody>
      </p:sp>
      <p:sp>
        <p:nvSpPr>
          <p:cNvPr id="8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9BFB0FA-5DC7-50DB-D53A-0B6D0E34987E}" type="slidenum">
              <a:t>06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Stages 2 and 3 connect the flow</a:t>
            </a:r>
          </a:p>
        </p:txBody>
      </p:sp>
      <p:pic>
        <p:nvPicPr>
          <p:cNvPr id="53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b3d9a1e05466c"/>
          <a:srcRect xmlns:a="http://schemas.openxmlformats.org/drawingml/2006/main" l="5428" t="29168" r="0" b="230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/>
          </a:prstGeom>
        </p:spPr>
      </p:pic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Stage 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Seed cakes, pastries, cookies and chocolates. Fetch them from /api/products, filter them, and keep the local cart working.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Stage 3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>Trace auth and checkout into Hono and D1. The browser sends IDs and quantities; the server owns prices, stock and totals.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1C5B3A8-B30B-D205-8921-516C108AB9AB}" type="slidenum">
              <a:t>07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128303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Cloudflare deployment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Workers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Deploy the Hono API with wrangler.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D1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Apply migrations to the bound database.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06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7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Pages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Deploy frontend/ as static files.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98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1" y="145052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Keep secrets server-side. Use GitHub Secrets and Worker vars for peppers, email keys and Turnstile. Run npm run check:stage4 before a real deploy.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2E54B70-3376-18BE-56BD-5BB8BA701776}" type="slidenum">
              <a:t>08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488"/>
            <a:ext cx="11404600" cy="64429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Security is part of the lesson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Browser boundary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The cart is convenient, but untrusted. Never accept client prices as truth.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339053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587937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Server boundary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828582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latin typeface="Helvetica Neue"/>
                <a:ea typeface="Helvetica Neue"/>
                <a:cs typeface="Helvetica Neue"/>
              </a:rPr>
              <a:t>Hono validates input, checks sessions and CSRF, rate-limits abuse, and recalculates totals from D1.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Ask yourself: what can the browser change, and what must the Worker prove again?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44235D47-801C-AA1F-E2A0-5E98061CBF6D}" type="slidenum">
              <a:t>09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Now make it yours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Change the data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Add a seasonal product and watch it flow through the API.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Change the mood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 b="0" i="0" u="none" cap="none">
                <a:ln>
                  <a:noFill/>
                </a:ln>
                <a:latin typeface="Helvetica Neue"/>
                <a:ea typeface="Helvetica Neue"/>
                <a:cs typeface="Helvetica Neue"/>
              </a:rPr>
              <a:t>Try a new colour pair, type scale or hero composition.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Finish strong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Run npm run check and browse → cart → checkout → account.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5017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Change the boundary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Add a new route only after you can explain its trust model.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Your next move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Make one small change, run the check, and explain the request path aloud.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2026-08-29T07:24:28.6120000Z</dcterms:created>
  <dcterms:modified xsi:type="dcterms:W3CDTF">2026-08-29T07:24:28.6120000Z</dcterms:modified>
</coreProperties>
</file>